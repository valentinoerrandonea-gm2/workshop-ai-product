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MakerLab Academy — de tienda a escuela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Propuesta de dirección comercial</a:t>
            </a:r>
          </a:p>
          <a:p>
            <a:pPr>
              <a:defRPr sz="2000"/>
            </a:pPr>
            <a:r>
              <a:t>Carla Domínguez — Abril 2026</a:t>
            </a:r>
          </a:p>
          <a:p>
            <a:pPr>
              <a:defRPr sz="2000"/>
            </a:pPr>
            <a:r>
              <a:t>CONFIDENCIAL —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El margen de venta de componentes se achica todos los trimestres</a:t>
            </a:r>
          </a:p>
          <a:p>
            <a:pPr>
              <a:defRPr sz="2000"/>
            </a:pPr>
            <a:r>
              <a:t>Competimos por precio contra importados directos en MercadoLibre</a:t>
            </a:r>
          </a:p>
          <a:p>
            <a:pPr>
              <a:defRPr sz="2000"/>
            </a:pPr>
            <a:r>
              <a:t>El cliente nos compra una vez y no vuelve: no hay recurrencia</a:t>
            </a:r>
          </a:p>
          <a:p>
            <a:pPr>
              <a:defRPr sz="2000"/>
            </a:pPr>
            <a:r>
              <a:t>El catálogo creció sin orden y hoy cuesta hasta encontrar un producto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oportunidad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 gente no quiere componentes: quiere PROYECTOS terminados y funcionando</a:t>
            </a:r>
          </a:p>
          <a:p>
            <a:pPr>
              <a:defRPr sz="2000"/>
            </a:pPr>
            <a:r>
              <a:t>Los tutoriales gratis de YouTube no incluyen los materiales ni el acompañamiento</a:t>
            </a:r>
          </a:p>
          <a:p>
            <a:pPr>
              <a:defRPr sz="2000"/>
            </a:pPr>
            <a:r>
              <a:t>Nadie en el país vende "el proyecto completo": clases + kit + soporte</a:t>
            </a:r>
          </a:p>
          <a:p>
            <a:pPr>
              <a:defRPr sz="2000"/>
            </a:pPr>
            <a:r>
              <a:t>Nosotros ya tenemos el stock, el conocimiento y la marca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Cursos pagos de hardware y robótica con el kit de componentes INCLUIDO</a:t>
            </a:r>
          </a:p>
          <a:p>
            <a:pPr>
              <a:defRPr sz="2000"/>
            </a:pPr>
            <a:r>
              <a:t>Un solo precio: comprás el curso, te llega el kit a tu casa</a:t>
            </a:r>
          </a:p>
          <a:p>
            <a:pPr>
              <a:defRPr sz="2000"/>
            </a:pPr>
            <a:r>
              <a:t>Clases online en vivo + material grabado para siempre</a:t>
            </a:r>
          </a:p>
          <a:p>
            <a:pPr>
              <a:defRPr sz="2000"/>
            </a:pPr>
            <a:r>
              <a:t>Cada curso usa exclusivamente componentes de nuestro catálogo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frase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 vendemos cursos.</a:t>
            </a:r>
          </a:p>
          <a:p>
            <a:pPr>
              <a:defRPr sz="2000"/>
            </a:pPr>
            <a:r>
              <a:t>Vendemos el resultado armado en tu mesa.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Primera camada de 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Estamos definiendo la grilla final con el equipo</a:t>
            </a:r>
          </a:p>
          <a:p>
            <a:pPr>
              <a:defRPr sz="2000"/>
            </a:pPr>
            <a:r>
              <a:t>Criterio: kits con stock propio y margen sano</a:t>
            </a:r>
          </a:p>
          <a:p>
            <a:pPr>
              <a:defRPr sz="2000"/>
            </a:pPr>
            <a:r>
              <a:t>Progresión pedagógica: inicial → intermedio → avanzado</a:t>
            </a:r>
          </a:p>
          <a:p>
            <a:pPr>
              <a:defRPr sz="2000"/>
            </a:pPr>
            <a:r>
              <a:t>Lanzamiento escalonado, un curso a la vez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web hoy no puede mostrar esto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El catálogo online está tan desordenado como el excel</a:t>
            </a:r>
          </a:p>
          <a:p>
            <a:pPr>
              <a:defRPr sz="2000"/>
            </a:pPr>
            <a:r>
              <a:t>No existe una sección de cursos ni nada parecido</a:t>
            </a:r>
          </a:p>
          <a:p>
            <a:pPr>
              <a:defRPr sz="2000"/>
            </a:pPr>
            <a:r>
              <a:t>No hay forma de comprar un curso y su kit en una sola operación</a:t>
            </a:r>
          </a:p>
          <a:p>
            <a:pPr>
              <a:defRPr sz="2000"/>
            </a:pPr>
            <a:r>
              <a:t>Necesitamos mostrar el modelo nuevo sin romper la tienda actual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Definir la grilla final de cursos con Tomás y Romina</a:t>
            </a:r>
          </a:p>
          <a:p>
            <a:pPr>
              <a:defRPr sz="2000"/>
            </a:pPr>
            <a:r>
              <a:t>Ordenar el catálogo (o al menos no mostrarlo así)</a:t>
            </a:r>
          </a:p>
          <a:p>
            <a:pPr>
              <a:defRPr sz="2000"/>
            </a:pPr>
            <a:r>
              <a:t>Contratar una consultora de desarrollo para el prototipo de la sección Cursos</a:t>
            </a:r>
          </a:p>
          <a:p>
            <a:pPr>
              <a:defRPr sz="2000"/>
            </a:pPr>
            <a:r>
              <a:t>Objetivo: prototipo navegable para mostrar al directorio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